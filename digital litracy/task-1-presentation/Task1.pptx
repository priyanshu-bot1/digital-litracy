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F84"/>
    <a:srgbClr val="F8E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405" autoAdjust="0"/>
  </p:normalViewPr>
  <p:slideViewPr>
    <p:cSldViewPr snapToGrid="0">
      <p:cViewPr>
        <p:scale>
          <a:sx n="66" d="100"/>
          <a:sy n="66" d="100"/>
        </p:scale>
        <p:origin x="125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1B2BC-2A56-5E74-BC09-0B7FB98B0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BE926-3796-F903-6DA3-9495CBAD6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78EFB-7D08-1490-C22D-4E0FE74C1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8D732-45E0-4165-AA55-CB9DB269FF7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63286-C044-CA03-B3DF-4DFCE4FA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85E68-D368-3CE0-8EEE-466BD7973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4AE6-C2E3-4557-B311-5367862A8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082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A90FB-265A-AD54-5580-17EC7F12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9D9F1-46C0-4AB1-73F7-B661F01EF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F872D-CCD2-92CB-EB70-3D74A1A7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8D732-45E0-4165-AA55-CB9DB269FF7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CE2D8-BD1E-0CE2-5CCF-B0A735D73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65C55-3AD1-B670-93F8-D5882CFF2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4AE6-C2E3-4557-B311-5367862A8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189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B37A-8E98-B957-A53F-AC287B88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EC9B7-B946-DC12-4FB1-C195BEE6A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C7C95-ECEF-EE32-3332-FFF30EAA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8D732-45E0-4165-AA55-CB9DB269FF7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659E3-ACC5-D3F3-03E0-000CC1DC5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6F2C1-3DBE-A821-20F0-10477D2F0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4AE6-C2E3-4557-B311-5367862A8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33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C251D-47BF-034C-F687-84C6B47B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AC2A2-E0E6-4E63-DB40-7618A1C03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ECB30-6764-4E84-9326-45DBA27C2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31DC2-D232-EC38-4614-7E4D2F8D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8D732-45E0-4165-AA55-CB9DB269FF7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7BAD6-4D96-1B7C-C531-E852253EB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29933-DC03-C3E4-A65E-70317460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4AE6-C2E3-4557-B311-5367862A8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038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4B94-737D-E3BA-5E69-8A4347BBE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F499F-A8B9-60F1-F096-49BB38130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3FABF-2078-31C9-19B2-D5C3ECE67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477E6-124D-6EC0-9346-9A9B801DD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B2E5FF-0D11-9E24-41FC-9A5FA9979B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305CC3-C2FB-4026-8FDA-5F26A67D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8D732-45E0-4165-AA55-CB9DB269FF7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8764CD-75DE-1E24-61DF-5C224299A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93A3B-E8D0-302E-08EB-E12A9BDF6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4AE6-C2E3-4557-B311-5367862A8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32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97B8F-182A-1910-31C8-B6A1F7881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BB6CA-68BD-1D20-8AC6-0BA6D54C5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8D732-45E0-4165-AA55-CB9DB269FF7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062F6-1188-236C-6A55-F8C1DBEBD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98A0F7-12CB-0320-B3E9-954708328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4AE6-C2E3-4557-B311-5367862A8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113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A33B8E-4F73-89D1-2C42-2D1ED6DF2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8D732-45E0-4165-AA55-CB9DB269FF7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D7BAC-0DE6-61C0-7AAD-646C831E4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0F9A9-D48A-D3C2-5339-2264A23A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4AE6-C2E3-4557-B311-5367862A8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05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66DB-41CD-3A83-D0D0-C614DA76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8AF6D-3D55-910D-34AA-FD0676D6C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71725-C564-138A-D35A-9C8677A9E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2A55C-FAC3-1335-9944-E4227FB1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8D732-45E0-4165-AA55-CB9DB269FF7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0C3EE-19CE-79C9-BAE1-3797673BC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FA3C7-CA2A-E664-C98A-C8EF198A6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4AE6-C2E3-4557-B311-5367862A8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14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FAE7-BCF0-13B6-D013-DAC00A633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D90FED-1209-D87C-575D-998942433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83050-7381-FC0E-D380-1D0540FD7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9DD52-A52B-7D2B-F958-9D4291E9E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8D732-45E0-4165-AA55-CB9DB269FF7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FD1CA-B69E-1ECF-5BB4-60E9D03BB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CE5CA-711D-9FC1-1822-1203F03B4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4AE6-C2E3-4557-B311-5367862A8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754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8E4E9-2112-0CD0-CB67-DD8899F3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85D62-3B5E-24B3-8983-0FC0ADE2D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18FDC-A4BF-B7FE-954F-220215A1E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8D732-45E0-4165-AA55-CB9DB269FF7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D90A4-FD37-3111-4390-2DEE4E264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A8A97-49E8-8093-2BFD-3901EAADA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4AE6-C2E3-4557-B311-5367862A8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82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1C01CF-B7B8-39F4-61D4-0ABF3067E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63040-8754-153E-CE78-03B4D4178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6E583-1A29-E6DA-6BAE-361151423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8D732-45E0-4165-AA55-CB9DB269FF7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D5CA4-5DD4-AC12-650F-0E0C34C8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F4F0D-8DA4-BF92-5D21-BF20161B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4AE6-C2E3-4557-B311-5367862A8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171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0F64A5-F429-6F7C-DF5A-30401F838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825E7-3D13-7813-95F1-0DFD4C8D0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A79A1-B6D8-6C31-2D74-C74E0A413D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8D732-45E0-4165-AA55-CB9DB269FF79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2E7B7-DA58-7556-6878-DB284D8DD2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027BD-0C71-5F20-572E-7CEB0B260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344AE6-C2E3-4557-B311-5367862A8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74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9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4BF047-9980-7B13-2C97-CB6DE052B50E}"/>
              </a:ext>
            </a:extLst>
          </p:cNvPr>
          <p:cNvSpPr txBox="1"/>
          <p:nvPr/>
        </p:nvSpPr>
        <p:spPr>
          <a:xfrm>
            <a:off x="36121" y="373137"/>
            <a:ext cx="9784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Navigate the </a:t>
            </a:r>
            <a:r>
              <a:rPr lang="en-US" sz="3200" b="1" i="1" dirty="0">
                <a:solidFill>
                  <a:srgbClr val="00B0F0"/>
                </a:solidFill>
              </a:rPr>
              <a:t>Digital World</a:t>
            </a:r>
            <a:r>
              <a:rPr lang="en-US" sz="3200" b="1" dirty="0">
                <a:solidFill>
                  <a:srgbClr val="00B0F0"/>
                </a:solidFill>
              </a:rPr>
              <a:t> </a:t>
            </a:r>
            <a:r>
              <a:rPr lang="en-US" sz="3200" b="1" dirty="0"/>
              <a:t>with Confidence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224BD-AA48-E2A1-A7BD-4646F11FFED7}"/>
              </a:ext>
            </a:extLst>
          </p:cNvPr>
          <p:cNvSpPr txBox="1"/>
          <p:nvPr/>
        </p:nvSpPr>
        <p:spPr>
          <a:xfrm>
            <a:off x="365760" y="91440"/>
            <a:ext cx="357406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cap="all" dirty="0"/>
              <a:t>Digital </a:t>
            </a:r>
            <a:r>
              <a:rPr lang="es-ES" sz="1400" cap="all" dirty="0" err="1"/>
              <a:t>Literacy</a:t>
            </a:r>
            <a:r>
              <a:rPr lang="es-ES" sz="1400" cap="all" dirty="0"/>
              <a:t> Portfolio · Module 1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BDBC3-6AFC-BD1F-732A-EA2227CF39AA}"/>
              </a:ext>
            </a:extLst>
          </p:cNvPr>
          <p:cNvSpPr txBox="1"/>
          <p:nvPr/>
        </p:nvSpPr>
        <p:spPr>
          <a:xfrm>
            <a:off x="328224" y="964110"/>
            <a:ext cx="3559948" cy="5530691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What is Digital Literacy?</a:t>
            </a:r>
          </a:p>
          <a:p>
            <a:r>
              <a:rPr lang="en-US" dirty="0">
                <a:latin typeface="Garamond" panose="02020404030301010803" pitchFamily="18" charset="0"/>
              </a:rPr>
              <a:t>The ability to find, evaluate, create, and communicate information using digital technologies — responsibly and effectively.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Think critically about online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Understand how algorithms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Spot misinformation &amp; fake news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83F052-8410-FF85-1694-0FC20B8E5E1C}"/>
              </a:ext>
            </a:extLst>
          </p:cNvPr>
          <p:cNvSpPr txBox="1"/>
          <p:nvPr/>
        </p:nvSpPr>
        <p:spPr>
          <a:xfrm>
            <a:off x="4180275" y="964110"/>
            <a:ext cx="3775005" cy="5618202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Useful Digital Tools for Students</a:t>
            </a:r>
          </a:p>
          <a:p>
            <a:r>
              <a:rPr lang="en-US" dirty="0">
                <a:latin typeface="Garamond" panose="02020404030301010803" pitchFamily="18" charset="0"/>
              </a:rPr>
              <a:t>Free, browser-based tools that make learning, collaborating, and creating easier every day.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Cloud storage: access work anywhere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Note-taking &amp; project organization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Design &amp; visual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Version control &amp; collaboration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66CB36-924E-DEBE-8854-2772E639362E}"/>
              </a:ext>
            </a:extLst>
          </p:cNvPr>
          <p:cNvSpPr txBox="1"/>
          <p:nvPr/>
        </p:nvSpPr>
        <p:spPr>
          <a:xfrm>
            <a:off x="8332330" y="964110"/>
            <a:ext cx="3531446" cy="5530691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Safe Internet Practices</a:t>
            </a:r>
          </a:p>
          <a:p>
            <a:endParaRPr lang="en-US" dirty="0">
              <a:latin typeface="Algerian" panose="04020705040A02060702" pitchFamily="82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Staying safe online is not optional — it is a core digital skill every student must develop.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Use strong, unique passwords + a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Enable two-factor authentication (2FA)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ramond" panose="02020404030301010803" pitchFamily="18" charset="0"/>
              </a:rPr>
              <a:t>Never click suspicious links or attachments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78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Algerian</vt:lpstr>
      <vt:lpstr>Aptos</vt:lpstr>
      <vt:lpstr>Aptos Display</vt:lpstr>
      <vt:lpstr>Arial</vt:lpstr>
      <vt:lpstr>Garamond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Priyanshu Singh Naruka</dc:creator>
  <cp:lastModifiedBy>Priyanshu Singh Naruka</cp:lastModifiedBy>
  <cp:revision>1</cp:revision>
  <dcterms:created xsi:type="dcterms:W3CDTF">2026-03-28T09:18:28Z</dcterms:created>
  <dcterms:modified xsi:type="dcterms:W3CDTF">2026-03-28T09:18:29Z</dcterms:modified>
</cp:coreProperties>
</file>